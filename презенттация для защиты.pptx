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5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17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1355" y="1833492"/>
            <a:ext cx="59827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Презентация проекта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966040" y="3042833"/>
            <a:ext cx="80863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Умный Дом Пульт (Smart Home Hub)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966040" y="3902154"/>
            <a:ext cx="863703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Android-приложение для управления умным домом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D9FEE74-0C16-E80F-1D58-BCEAAEE40C4D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631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 проекте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302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Идея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78237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Разработка централизованного мобильного приложения для управления всеми устройствами умного дома через единый интерфейс.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213026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Цель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278237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Предоставить пользователю простой и универсальный инструмент для управления умным домом с поддержкой сценариев автоматизации и мониторингом энергопотребления.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782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5436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Растущий рынок умных устройств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9858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Потребность в едином интерфейсе управления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4280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Важность энергоэффективности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790" y="68702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Локальная работа без облачной зависимости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CADAA9F-92CA-2995-42F5-8647BFD026AD}"/>
              </a:ext>
            </a:extLst>
          </p:cNvPr>
          <p:cNvSpPr/>
          <p:nvPr/>
        </p:nvSpPr>
        <p:spPr>
          <a:xfrm>
            <a:off x="12754303" y="7583214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6763"/>
            <a:ext cx="552973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Реализованные функции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00714"/>
            <a:ext cx="468820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Базовый функционал (MVP)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5281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Аутентификация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Регистрация и вход по email/password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3579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Управление устройствами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CRUD операции, включение/выключение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1630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Группировка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Комнаты (Гостиная, Спальня, Кухня и др.)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96812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Сценарии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Автоматизация на основе времени и состояний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7732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Мониторинг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Статус устройств, история событий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62154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Эко-режим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Анализ энергопотребления и рекомендации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70205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Локальное хранение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Полная оффлайн-работа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1900714"/>
            <a:ext cx="426362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Особенности реализации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25528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15+ экранов с интуитивной навигацией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299501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Адаптивный дизайн для разных размеров экрана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34372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Поддержка тёмной/светлой темы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9521" y="38794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Локальные уведомления о событиях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99521" y="43216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Детальная статистика потребления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8AAF63C-759B-FEB9-1B59-E7A7DB9A7BEC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661"/>
            <a:ext cx="579572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Архитектура и технологии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52613"/>
            <a:ext cx="411599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Требования к устройству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5047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Android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9.0+ (API 24+)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9469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Память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50 MB+ свободного места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3891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Разрешение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Поддержка всех плотностей пикселей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3831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Ориентация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Портретная и альбомная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18526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Фронтенд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25047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Язык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Kotlin 100%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29469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UI Framework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Jetpack Compose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33891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Архитектура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Clean Architecture + MVVM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3831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Навигация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Jetpack Navigation Component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42735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Асинхронность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Kotlin Coroutines + Flow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790" y="50558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Хранение данных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58213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Локальная БД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Room Database (SQLite)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3790" y="62635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Модели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6 Entity классов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7057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DAOs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Полный набор CRUD операций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71479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Миграции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 Поддержка обновлений схемы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25F32D-3D0E-65F1-8AC7-2306BD740EA7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7401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Демонстрация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80797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Основные экраны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4600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Авторизация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Логин и регистрация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Главная панель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Обзор системы, статистика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Устройства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Список и управление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Сценарии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Автоматизация и правила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История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Лента событий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5671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6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Аналитика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Энергопотребление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3790" y="61132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7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Настройки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 Профиль и параметры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2807970"/>
            <a:ext cx="340673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Ключевые сценарии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34600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Добавление нового устройства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Создание сценария автоматизации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Анализ энергоэффективности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9521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Просмотр истории событий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99521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Переключение темы оформления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BD6602D-C822-D709-85ED-871133423F26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6217"/>
            <a:ext cx="51725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Результаты разработки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5016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Достигнутые цели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Полностью рабочее MVP приложение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Чистая архитектура и код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Полная локальная функциональность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Современный UI/UX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5671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Масштабируемая кодовая база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250168"/>
            <a:ext cx="477416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Количественные показатели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39022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15+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экранов интерфейса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43444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6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моделей данных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478667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100%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Kotlin код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52288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150+</a:t>
            </a: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функций и методов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56710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56A2195-8AE8-1FF1-A448-C730724AC837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7316"/>
            <a:ext cx="55596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Тестирование и качество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47126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Реализовано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233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Ручное тестирование всех сценариев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65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Валидация ввода данных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0077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Тестирование на разных устройствах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4499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Проверка навигации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347126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Планируется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12337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Модульные тесты ViewModel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565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Интеграционные тесты DAO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50077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UI тесты с Espresso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54499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Регрессионное тестирование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8BED857-F2B9-45EF-9036-2232CA2F76BB}"/>
              </a:ext>
            </a:extLst>
          </p:cNvPr>
          <p:cNvSpPr/>
          <p:nvPr/>
        </p:nvSpPr>
        <p:spPr>
          <a:xfrm>
            <a:off x="12754303" y="7567448"/>
            <a:ext cx="1876097" cy="662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</Words>
  <Application>Microsoft Office PowerPoint</Application>
  <PresentationFormat>Произвольный</PresentationFormat>
  <Paragraphs>90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Александр Занин</dc:creator>
  <cp:lastModifiedBy>Александр Занин</cp:lastModifiedBy>
  <cp:revision>2</cp:revision>
  <dcterms:created xsi:type="dcterms:W3CDTF">2025-12-18T23:26:45Z</dcterms:created>
  <dcterms:modified xsi:type="dcterms:W3CDTF">2025-12-18T23:32:05Z</dcterms:modified>
</cp:coreProperties>
</file>